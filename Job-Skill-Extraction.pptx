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73" r:id="rId6"/>
    <p:sldId id="271" r:id="rId7"/>
    <p:sldId id="270" r:id="rId8"/>
    <p:sldId id="269" r:id="rId9"/>
    <p:sldId id="268" r:id="rId10"/>
    <p:sldId id="267" r:id="rId11"/>
    <p:sldId id="259" r:id="rId12"/>
    <p:sldId id="266" r:id="rId13"/>
    <p:sldId id="265" r:id="rId14"/>
    <p:sldId id="274" r:id="rId15"/>
    <p:sldId id="264" r:id="rId16"/>
    <p:sldId id="26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D3732-EE40-C0CE-2174-809B2CAF73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D74EA-230E-7251-7585-C9057DC22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2B1C1-EFA1-0E34-E61F-D30A8762E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8A851-31FB-5D00-7DAE-E59AF0531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FC3934-B92E-E65D-8288-7E629A986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2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1D11-9B45-8FAA-ACD1-C79E78B06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649EC-33D6-17F3-5196-E01139DB1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A974-3CFB-0E0B-FFD0-6B258D1D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F8717-5BA9-2D62-C5D0-76A922C8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3311B-720B-FD43-270B-7EF002206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448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38788-F098-8508-2E0F-02195D3E4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D03D9-1D57-BC6E-3904-DE86602C9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ED3D0-E4CE-A9B6-5AD7-1365C5FC3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E3498-0BEA-1AB9-3E5F-C2644E941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2DA9D-C835-10DE-6562-4F766E72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09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9F98-3C22-E83C-DA01-2A52513B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FAE93-FC3E-FDE0-9280-368E6F725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DF3CEB-ADCC-EE94-1415-F9E93E84C2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840DD-A210-91FE-B2D6-319524A5E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E7E-C3E1-DD21-8081-9B9B081C5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B5E6B-4302-8759-2968-99A72EBF3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40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5CB79-413C-24A9-E28E-747D9F83E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7BB950-97D9-0A5E-1328-1B01037EAB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29B06-CBFC-3C88-C97E-C75154205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9DCFD0-4C75-4309-CBB3-F70679A1E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4D129-2B3C-DA43-95C8-56AF73E799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0B82F3-027A-2419-B390-F09CBEFC2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797471-ADE4-C3D2-A02E-69CEDD40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66177-653B-2175-AB7F-BB72594AA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89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E77C8-1356-4ACB-424E-EAACE1F24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6AE13A-C7D5-FA78-A9C6-DF7F95957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C3196-D8A8-D57D-FCD2-9BB9D402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F28D9B-B2F4-83D4-AEDF-6DC21753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1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A7E8E3-319D-B5B1-7A30-AA1714ABF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DDAFE8-349C-3417-7493-23CAE0AC2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DFD36-501E-5177-E069-E482E7501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909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3605-87ED-0B42-D2F4-3B635DD3E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9943E-5582-DEF1-AC97-8AFA18B7F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CA2DA8-56AC-FED3-6697-5445A70921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D5140-73F2-A703-4458-D8BDBDBB8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BD389-5F3A-13DA-B4E4-591B034CA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1BEDC-6E17-E03E-FCA5-77766976E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1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7EF44-7199-5B99-431E-3F26932BB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FDEF12-3C16-E302-AAE6-82763DFF0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01E787-193E-4EB8-5421-160111984F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BDBB3-20A2-98E8-D506-B20A595E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D0351-858F-B19E-FDDC-A7C1C7BF5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460B6-4D12-3A0A-C259-6E87B6D2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50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6D601-08C9-AB51-D9B6-45430446A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D1023-9675-8D5B-2C98-B01E4D79B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5805B-93B6-977C-878E-A79F7B6A9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9EB6F-22EE-82DF-DDC2-C995A449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F0A06-9E2E-A4E9-8C9B-842C3184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08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0FDBF0-81F0-34D6-43EA-1E00505F94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15121B-78CE-FB04-E6DA-2A1610349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FCD9-C367-487D-B8CA-7413DCBF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E07F7-A94B-E486-53CC-79A911ECB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313B1-09D5-A9CB-0366-4ED1FC282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530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5B1528-FF94-EFED-B303-D42B0C705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409F2-A6C3-B0ED-2815-F3BE82AA9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21253-4C77-7ABB-4084-374B7B31D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509D6-3218-4977-AD0C-67DC252A3732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171C9-D510-75F6-E099-1CD9FD6DC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F0BD7-477B-2992-1654-D4499F8CCB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31A60-F7F3-48C0-83D7-D4EB1572F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3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47A17-EA7B-E7DF-C6C9-AA0D0FBA0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6C68B-E68A-BC60-B7BD-16252219D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3138C-CE69-7F4A-EEA8-440CA83E9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0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39EE-91DF-B954-43B6-801EE9D5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7DC822-E4A2-15A8-CB18-F6F142ADF9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64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0C82F-1834-AFF8-49B1-729E34634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F5806A6-2B84-8A0D-0ACC-177E5BDAB1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19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92F9-D945-7D7E-BCB2-70026CAD0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77FC65-7D07-7CA5-5739-AA7BA11E19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67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A822-6D10-CCF1-29E6-1290E3830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3A4011-F113-91F2-A2A7-AC1F0423DC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341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4EF29-C969-831F-D304-0ABC8F6C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8985C3-F078-A046-59B7-28544667C0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51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FEE04-4EE6-C018-98DF-D0A9F0D4C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031398-3420-489B-DFA3-F3CA8D3EC7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727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0C55-3CE1-7B5C-4415-62B3509FF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84DD106-5C67-3867-6AC9-A59584041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260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9115-5F04-5E3C-6873-C5D65B8AC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E46FB4-3610-5A60-0B4C-BCA78E084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284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BE18-A815-5097-EACB-7BCED99E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8D2658-C722-905D-D1D5-BAE030795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28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21CC9-241E-5F53-168B-B86CF87AC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B8E364-E884-5385-F8A0-7CF930784D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327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675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0F16-CC64-DD06-CAF0-C489368A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F141B7F-E1AC-4780-A6A7-88C030CCE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96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22ECF-008C-9DDA-221D-CDAFBD97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862AF-062F-C720-76BC-8174D2701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48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CFB22-991C-02B8-87B1-2FE928573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17ACE-43F8-FD88-E837-567107769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36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66DD-7059-709A-3470-3CEE92BBC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DA2526-1839-D143-30B2-536BFC5423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18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6F980-3FF0-ED19-AC0A-A41BD145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3F3C94-8D06-8C6E-35EE-AF15B8F081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2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Pal</dc:creator>
  <cp:lastModifiedBy>Harshit Pal</cp:lastModifiedBy>
  <cp:revision>1</cp:revision>
  <dcterms:created xsi:type="dcterms:W3CDTF">2026-09-09T12:56:44Z</dcterms:created>
  <dcterms:modified xsi:type="dcterms:W3CDTF">2026-09-09T13:08:12Z</dcterms:modified>
</cp:coreProperties>
</file>